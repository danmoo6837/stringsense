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2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2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기타 채보 시스템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Stringsense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0" y="3822192"/>
            <a:ext cx="9144000" cy="13213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파일에서 기타 연주 정보를 추출하여 MIDI와 기타 탭 초안을 자동 생성하는 시스템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3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작품 개요</a:t>
            </a:r>
            <a:endParaRPr lang="ko-KR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150" noProof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분석 자동화를 통한 기타 채보 초안 생성</a:t>
            </a:r>
            <a:endParaRPr lang="ko-KR" sz="115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61188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5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ko-K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25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채보 작업은 음원 반복 청취와 직접 추정이 필요하여 시간이 많이 소요된다.</a:t>
            </a:r>
            <a:endParaRPr lang="ko-KR" sz="1250" noProof="0" dirty="0"/>
          </a:p>
          <a:p>
            <a:pPr marL="0" indent="0">
              <a:buNone/>
            </a:pPr>
            <a:endParaRPr lang="ko-KR" sz="1250" noProof="0" dirty="0"/>
          </a:p>
          <a:p>
            <a:pPr marL="0" indent="0">
              <a:buNone/>
            </a:pPr>
            <a:r>
              <a:rPr lang="ko-KR" sz="125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지식이 없으면 음 높이·박자·운지 추정이 어렵고 숙련도 의존성이 크다.</a:t>
            </a:r>
            <a:endParaRPr lang="ko-KR" sz="1250" noProof="0" dirty="0"/>
          </a:p>
          <a:p>
            <a:pPr marL="0" indent="0">
              <a:buNone/>
            </a:pPr>
            <a:endParaRPr lang="ko-KR" sz="1250" noProof="0" dirty="0"/>
          </a:p>
          <a:p>
            <a:pPr marL="0" indent="0">
              <a:buNone/>
            </a:pPr>
            <a:r>
              <a:rPr lang="ko-KR" sz="125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MIDI 변환 도구는 기타 전용 줄/프렛 탭 출력을 제공하지 않는다.</a:t>
            </a:r>
            <a:endParaRPr lang="ko-K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4315968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noProof="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ko-KR" sz="2800" noProof="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931920" cy="361188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noProof="0" dirty="0"/>
          </a:p>
        </p:txBody>
      </p:sp>
      <p:sp>
        <p:nvSpPr>
          <p:cNvPr id="10" name="Text 8"/>
          <p:cNvSpPr/>
          <p:nvPr/>
        </p:nvSpPr>
        <p:spPr>
          <a:xfrm>
            <a:off x="498348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5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— Stringsense</a:t>
            </a:r>
            <a:endParaRPr lang="ko-KR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4983480" y="1719072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noProof="0" dirty="0"/>
          </a:p>
        </p:txBody>
      </p:sp>
      <p:sp>
        <p:nvSpPr>
          <p:cNvPr id="12" name="Text 10"/>
          <p:cNvSpPr/>
          <p:nvPr/>
        </p:nvSpPr>
        <p:spPr>
          <a:xfrm>
            <a:off x="4983480" y="181051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25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음원 업로드만으로 분석 파이프라인이 자동으로 시작된다.</a:t>
            </a:r>
            <a:endParaRPr lang="ko-KR" sz="1250" noProof="0" dirty="0"/>
          </a:p>
          <a:p>
            <a:pPr marL="0" indent="0">
              <a:buNone/>
            </a:pPr>
            <a:endParaRPr lang="ko-KR" sz="1250" noProof="0" dirty="0"/>
          </a:p>
          <a:p>
            <a:pPr marL="0" indent="0">
              <a:buNone/>
            </a:pPr>
            <a:r>
              <a:rPr lang="ko-KR" sz="125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신호처리와 AI 모델로 onset과 pitch를 자동 추출한다.</a:t>
            </a:r>
            <a:endParaRPr lang="ko-KR" sz="1250" noProof="0" dirty="0"/>
          </a:p>
          <a:p>
            <a:pPr marL="0" indent="0">
              <a:buNone/>
            </a:pPr>
            <a:endParaRPr lang="ko-KR" sz="1250" noProof="0" dirty="0"/>
          </a:p>
          <a:p>
            <a:pPr marL="0" indent="0">
              <a:buNone/>
            </a:pPr>
            <a:r>
              <a:rPr lang="ko-KR" sz="125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파일과 기타 줄/프렛 기반 탭 초안을 자동 생성한다.</a:t>
            </a:r>
            <a:endParaRPr lang="ko-KR" sz="1250" noProof="0" dirty="0"/>
          </a:p>
          <a:p>
            <a:pPr marL="0" indent="0">
              <a:buNone/>
            </a:pPr>
            <a:endParaRPr lang="ko-KR" sz="1250" noProof="0" dirty="0"/>
          </a:p>
          <a:p>
            <a:pPr marL="0" indent="0">
              <a:buNone/>
            </a:pPr>
            <a:r>
              <a:rPr lang="ko-KR" sz="125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결과를 재생하고 파일을 다운로드할 수 있다.</a:t>
            </a:r>
            <a:endParaRPr lang="ko-KR" sz="12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작품 목표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개발 목표 및 제외 범위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61188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목표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2423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파일 업로드 (mp3 / wav)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상태 확인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분리 음원 재생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파일 다운로드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기타 탭 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미리보기 제공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97480" cy="361188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37560" y="1353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</a:t>
            </a:r>
            <a:r>
              <a:rPr lang="en-US" sz="135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1719072"/>
            <a:ext cx="2423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81051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기타 또는 기타 지배적 음원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result.mid 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result_tab.txt 생</a:t>
            </a:r>
            <a:r>
              <a:rPr lang="ko-KR" alt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</a:t>
            </a:r>
            <a:endParaRPr lang="en-US" sz="12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97480" cy="361188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72200" y="1353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 범위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719072"/>
            <a:ext cx="2423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72200" y="181051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벤딩·슬라이드·비브라토 고정밀 표기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드롭 튜닝 자동 추정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 음원 고정밀 복원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재즈 화음 완전 채보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처리 흐름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파일 분석 파이프라인의 Flow chart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8631936" cy="3767328"/>
          </a:xfrm>
          <a:prstGeom prst="roundRect">
            <a:avLst>
              <a:gd name="adj" fmla="val 1456"/>
            </a:avLst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25272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채보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719072"/>
            <a:ext cx="13167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9264" y="1764792"/>
            <a:ext cx="120700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업로드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2138782"/>
            <a:ext cx="1207008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· wav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31136" y="19888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14016" y="1719072"/>
            <a:ext cx="13167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68880" y="1764792"/>
            <a:ext cx="120700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/ 전처리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138782"/>
            <a:ext cx="1207008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22050Hz · mono · 60초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30752" y="19888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13632" y="1719072"/>
            <a:ext cx="13167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968496" y="1764792"/>
            <a:ext cx="120700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분리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68496" y="2138782"/>
            <a:ext cx="1207008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(Demucs)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30368" y="19888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13248" y="1719072"/>
            <a:ext cx="13167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68112" y="1764792"/>
            <a:ext cx="120700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검출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68112" y="2138782"/>
            <a:ext cx="1207008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detection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9984" y="19888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12864" y="1719072"/>
            <a:ext cx="131673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67728" y="1764792"/>
            <a:ext cx="120700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추정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67728" y="2138782"/>
            <a:ext cx="1207008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· Basic Pitch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43000" y="2944368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197864" y="2990088"/>
            <a:ext cx="142646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Event 생성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97864" y="3364078"/>
            <a:ext cx="142646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end · pitch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79192" y="3214116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16936" y="2944368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971800" y="2990088"/>
            <a:ext cx="142646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71800" y="3364078"/>
            <a:ext cx="142646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· beat grid snap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3128" y="3214116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90872" y="2944368"/>
            <a:ext cx="15361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45736" y="2990088"/>
            <a:ext cx="142646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줄/프렛 매핑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45736" y="3364078"/>
            <a:ext cx="142646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계획법 최적화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27064" y="3214116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64808" y="2944368"/>
            <a:ext cx="1536192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519672" y="2990088"/>
            <a:ext cx="1426464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· TAB 출력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19672" y="3364078"/>
            <a:ext cx="142646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result.mid · .txt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71232" y="2496312"/>
            <a:ext cx="0" cy="22402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911096" y="2720340"/>
            <a:ext cx="566013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911096" y="2720340"/>
            <a:ext cx="0" cy="22402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773936" y="2724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34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FC8C6FC2-80D0-0CC8-29AC-D2F94D0EDF00}"/>
              </a:ext>
            </a:extLst>
          </p:cNvPr>
          <p:cNvSpPr/>
          <p:nvPr/>
        </p:nvSpPr>
        <p:spPr>
          <a:xfrm>
            <a:off x="256032" y="1170432"/>
            <a:ext cx="8631936" cy="3767328"/>
          </a:xfrm>
          <a:prstGeom prst="roundRect">
            <a:avLst>
              <a:gd name="adj" fmla="val 1456"/>
            </a:avLst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8E127-39EF-CFA1-B9B4-9FEAA5C02809}"/>
              </a:ext>
            </a:extLst>
          </p:cNvPr>
          <p:cNvSpPr txBox="1"/>
          <p:nvPr/>
        </p:nvSpPr>
        <p:spPr>
          <a:xfrm>
            <a:off x="2286000" y="2046951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파일 업로드</a:t>
            </a:r>
            <a:endParaRPr lang="en-US" altLang="ko-KR" dirty="0">
              <a:solidFill>
                <a:srgbClr val="555555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분석 시작</a:t>
            </a:r>
            <a:endParaRPr lang="en-US" altLang="ko-KR" dirty="0">
              <a:solidFill>
                <a:srgbClr val="555555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처리 상태 확인</a:t>
            </a:r>
            <a:endParaRPr lang="en-US" altLang="ko-KR" dirty="0">
              <a:solidFill>
                <a:srgbClr val="555555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원본</a:t>
            </a:r>
            <a:r>
              <a:rPr lang="en-US" altLang="ko-KR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분리 음원 재생</a:t>
            </a:r>
            <a:endParaRPr lang="en-US" altLang="ko-KR" dirty="0">
              <a:solidFill>
                <a:srgbClr val="555555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altLang="ko-KR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MIDI </a:t>
            </a: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다운로드</a:t>
            </a:r>
            <a:endParaRPr lang="en-US" altLang="ko-KR" dirty="0">
              <a:solidFill>
                <a:srgbClr val="555555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탭 보기</a:t>
            </a:r>
            <a:endParaRPr lang="en-US" altLang="ko-KR" dirty="0">
              <a:solidFill>
                <a:srgbClr val="555555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ko-KR" altLang="en-US" dirty="0">
                <a:solidFill>
                  <a:srgbClr val="555555"/>
                </a:solidFill>
                <a:latin typeface="Calibri" pitchFamily="34" charset="0"/>
                <a:cs typeface="Calibri" pitchFamily="34" charset="-120"/>
              </a:rPr>
              <a:t>다시 분석 하기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01  —  메인 업로드 화면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선택 및 분석 시작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170432"/>
            <a:ext cx="2833334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97434" y="1170432"/>
            <a:ext cx="332711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706892" y="1298448"/>
            <a:ext cx="30987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출력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06892" y="1645920"/>
            <a:ext cx="3098779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706892" y="1737360"/>
            <a:ext cx="309877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 앤 드롭 또는 클릭으로 파일 선택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/ wav 지원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파일 불러오기 버튼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06892" y="2788920"/>
            <a:ext cx="30987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(버튼 / 링크)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06892" y="3136392"/>
            <a:ext cx="3098779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706892" y="3227832"/>
            <a:ext cx="309877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선택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파일 불러오기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시작 → 화면 02 이동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06892" y="4279392"/>
            <a:ext cx="30987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기술: 웹 파일 업로드 · librosa · torchaudio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AC1E3A-660E-D82C-6367-9D7911C8E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005" y="1378458"/>
            <a:ext cx="2317556" cy="3140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02  —  처리 상태 화면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중 단계별 진행 상태 표시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170432"/>
            <a:ext cx="46634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93792" y="1170432"/>
            <a:ext cx="3730752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330952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출력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30952" y="1645920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330952" y="17373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중 스피너 애니메이션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확인 완료 / 오디오 분석 완료 / 탭 생성 중 / 결과 준비 중 단계 표시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업로드한 파일명 및 처리 상태 표시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30952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(버튼 / 링크)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30952" y="3364992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330952" y="34564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완료 → 화면 03 결과 화면으로 이동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30952" y="42793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기술: 웹 상태 화면 · 단계 전환 UI · HTML/CSS/JS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03  —  분석 결과 화면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음원 재생 · 파일 다운로드 · 탭 미리보기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170432"/>
            <a:ext cx="46634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93792" y="1170432"/>
            <a:ext cx="3730752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330952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출력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30952" y="1645920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330952" y="173736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음원 재생 (플레이어)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분리 음원 재생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파일 다운로드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탭 미리보기 및 크게 보기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30952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(버튼 / 링크)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30952" y="3319272"/>
            <a:ext cx="3474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330952" y="341071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음원 재생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분리 음원 재생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다운로드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크게 보기 → 화면 04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파일 분석하기 → 화면 01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F4DFE0-5C9F-DD23-FC87-9C0ABFD77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937" y="1299356"/>
            <a:ext cx="1219736" cy="423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화면들의 상호관계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간 이동 흐름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8288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업로드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80360" y="1920240"/>
            <a:ext cx="18288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88036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02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80360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상태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57800" y="1920240"/>
            <a:ext cx="18288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25780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03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57800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화면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257800" y="3657600"/>
            <a:ext cx="18288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57800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57800" y="4005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상세 보기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331720" y="2308860"/>
            <a:ext cx="548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331720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시작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308860"/>
            <a:ext cx="548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09160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완료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2697480"/>
            <a:ext cx="0" cy="9601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17920" y="30678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크게 보기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046220"/>
            <a:ext cx="47548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2697480"/>
            <a:ext cx="0" cy="134874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257800" y="2697480"/>
            <a:ext cx="0" cy="134874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828800" y="40645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파일 분석하기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일정</a:t>
            </a:r>
            <a:endParaRPr lang="en-US" sz="3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27066-7CB7-774A-FDCA-758DCF3FB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00" y="1083868"/>
            <a:ext cx="6634963" cy="3322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523</Words>
  <Application>Microsoft Office PowerPoint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자동 기타 채보 시스템 Stringsense</dc:title>
  <dc:subject>PptxGenJS Presentation</dc:subject>
  <dc:creator>PptxGenJS</dc:creator>
  <cp:lastModifiedBy>이 동윤</cp:lastModifiedBy>
  <cp:revision>9</cp:revision>
  <dcterms:created xsi:type="dcterms:W3CDTF">2026-04-01T18:24:25Z</dcterms:created>
  <dcterms:modified xsi:type="dcterms:W3CDTF">2026-04-29T16:32:25Z</dcterms:modified>
</cp:coreProperties>
</file>